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46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600" b="0">
                <a:solidFill>
                  <a:srgbClr val="93C5FD"/>
                </a:solidFill>
                <a:latin typeface="Calibri"/>
              </a:defRPr>
              <a:lnSpc>
                <a:spcPct val="114999"/>
              </a:lnSpc>
            </a:pPr>
            <a:r>
              <a:t>Intelligent Skill Routing for AI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Just-in-time AI expertise, routed automatically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34340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4663440"/>
          <a:ext cx="941832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108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1,236 Skills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 Domains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Hybrid Semantic + Keyword Search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7160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v2.0  ·  TypeScript/Node.js  ·  Docker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What Is the Agent Skill Router?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TypeScript/Node.js HTTP service (Fastify, port 3000) that sits between AI agents and a living library of domain-expertise markdown files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Runs as an API server with health checks, metrics, and structured JSON logging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When an agent receives a task, the router embeds it into vector space, retrieves matching skills via hybrid scoring, ranks candidates with optional LLM re-ranking, then delivers skill content into agent context — compressed if needed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Embedding → HNSW ANN search → Hybrid Scoring → LLM Ranker (optional) → Fetch &amp; Inject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No manual /skill commands. No hardcoded keyword maps. The trigger→domain index is built dynamically from metadata.triggers in every loaded SKILL.md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Skills self-register through YAML frontmatter — new domains emerge automatically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Architecture: Node.js 24 / Alpine Linux (~757MB Docker). Embeddings via OpenAI text-embedding-3-small (1536d) with fallback strategies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OpenAI API → LLM emulation (64d) → Deterministic hash (always works)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The Request Flow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463040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874520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User says: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review this Python code for SQL injection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029968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441448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20299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OpenCode agent calls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299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route_to_skill(task) via MCP tool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596896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008376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5968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Router generates task embedding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5968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~400ms cached, ~3.5s cold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163824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575304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16382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HNSW ANN search returns top-20 candidates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1638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~1ms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730752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142232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730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Hybrid scoring combines 5 signals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7307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vector 50% + BM25 30% + trigger 15% + archetype 10%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297680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4709160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4297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Optional LLM re-ranks top candidates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297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~3s cold, ~5ms cached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864608"/>
            <a:ext cx="411480" cy="411480"/>
          </a:xfrm>
          <a:prstGeom prst="ellipse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276088"/>
            <a:ext cx="27432" cy="109728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48646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Top 1-3 skills fetched in parallel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8646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and injected into agent context</a:t>
            </a:r>
          </a:p>
        </p:txBody>
      </p:sp>
      <p:sp>
        <p:nvSpPr>
          <p:cNvPr id="33" name="Oval 32"/>
          <p:cNvSpPr/>
          <p:nvPr/>
        </p:nvSpPr>
        <p:spPr>
          <a:xfrm>
            <a:off x="914400" y="5431536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315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Agent responds with expertise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4315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from loaded skill 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6126480"/>
            <a:ext cx="10332720" cy="50292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6172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Latency: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6172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  <a:lnSpc>
                <a:spcPct val="114999"/>
              </a:lnSpc>
            </a:pPr>
            <a:r>
              <a:t>~10ms warm (cached)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172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~3.5s cold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Six-Stage Routing Pipeline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011680"/>
                <a:gridCol w="1371600"/>
                <a:gridCol w="6217920"/>
              </a:tblGrid>
              <a:tr h="49638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Details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Safety Layer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~0.1ms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Prompt injection detection (regex + LLM), input sanitization, skill allowlist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Hybrid Retrieval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~200ms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similarity 50% + BM25 30% via HNSW ANN index (~1ms search)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Archetype +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~0.1ms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Trigger keywords 15%, archetype alignment 10%, anti-trigger penalties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MMR Diversify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~0.1ms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Reduces near-duplicates (λ=0.7) for diverse results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Ranker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~3s optional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Re-ranks by semantic nuance with reasoning model support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Filter + Plan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~0.1ms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Score ≥ 0.5 threshold, maxSkills cap, exec strategy: seq/parallel/hybrid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Flow:  Safety → Retrieval → Archetype → Diversify → Rank → Filter/Plan    (each stage feeds the next)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Skills — The Knowledge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1,236 SKILL.md files across 24 domains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agent, cncf, coding, go, linux, programming, trading, writing + more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Each skill is a self-contained expertise document with YAML frontmatter and structured markdown body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H1 title, role description, When to Use/NOT to Use, Core Workflow, Constraints, Code examples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Frontmatter includes: name, description, domain, triggers (5-8 terms), role, scope, output-format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Triggers combine technical terms + conversational variants for broad discovery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Triggers blend Technical Terms (ATR, stop loss, PromQL) with Conversational Variants ("how do i limit losses", "help with backups")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Two-tier strategy: experts find via jargon, business users find via natural language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Zero tolerance for stubs: minimum 3,000 bytes, real code blocks required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Validator scripts check size, sentinel patterns, and trigger quality before commits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Skills auto-discover new domains through dynamic trigger→domain index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No hardcoded maps — new skills register themselves through frontmatter metadata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Hybrid Scoring Engine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5943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14400"/>
                <a:gridCol w="3017520"/>
              </a:tblGrid>
              <a:tr h="4267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Vector Similarity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match via embeddings (1536d)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BM25 Term Match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Exact technical terms, acronyms, short queries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Trigger Keyword 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From dynamic trigger→domain index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Archetype Alignment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Tactical / Strategic / Diagnostic intent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Historical Success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Adaptive learning from past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0" y="4343400"/>
            <a:ext cx="731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4343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Specificity Boost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4599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Specialized skills get multiplicative advantage (0.7–1.1×)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5257800"/>
            <a:ext cx="731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5257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Anti-Trigger Penalty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−0.15 per conflicting trigger, max −0.5 — prevents generic skill dominance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6172200"/>
            <a:ext cx="73152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6172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Conciseness Nudge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6428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Prefers actionable, procedural skills over verbose ones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8795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E293B"/>
                </a:solidFill>
                <a:latin typeface="Calibri"/>
              </a:defRPr>
              <a:lnSpc>
                <a:spcPct val="114999"/>
              </a:lnSpc>
            </a:pPr>
            <a:r>
              <a:t>Final Score = (Vector×0.50) + (BM25×0.30) + (Trigger×0.15) + (Archetype×0.10)  (+ modifiers)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Dynamic Discovery &amp; Self-Healing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Dynamic Trigger→Domain Index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Replaced hardcoded KEYWORD_MAP; new domains emerge automatically as skills are added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Built at startup from every loaded skill's metadata.triggers and metadata.domain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Auto-Skill Creation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When no good match exists, router can auto-generate a SPEC-compliant SKILL.md via POST /skill/create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Generates frontmatter, content sections, code examples, calibrated triggers. Runs 3-phase validator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Auto-Refresh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Every SKILL_SYNC_INTERVAL seconds (default: 1hr), re-fetches skills-index.json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New skills are embedded and immediately available for routing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Token Tracking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End-to-end token consumption tracking for embedding, compression, and generation operations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Monitors resource usage across the entire routing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2377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779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Auto-Discover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11880" y="5669280"/>
            <a:ext cx="2377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5779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Self-Heal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5669280"/>
            <a:ext cx="2377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5779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Auto-Refresh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5669280"/>
            <a:ext cx="237744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5779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Track Tokens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Safety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Two-Tier Injection Detection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Tier 1: Regex Pattern Matching (always-on, ~0ms) — prompt hijacking, command injection, credential harvesting patterns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Tier 2: LLM-Based Detection (available, optional) — structured JSON safety assessment with risk level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Threshold Policy: requires 2+ independent threat signals to block (reduces false positives)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SAFETY_STRICT=true drops threshold to 1 signal for maximum protection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Input Sanitization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eval() → eval_blocked(), task length validation (max 10K chars), schema validation on execution inputs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Skill Allowlist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Optional: restrict execution to approved skill names only — ideal for production deployments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Defense in Depth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All layers operate independently; a bypass in one tier does not compromise overall safety posture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Token Efficiency via Compression &amp; Caching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Skills can be 10K+ characters. Loading multiple full skills burns context windows.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Compression is critical for maintaining headroom in the agent's context window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Two Compression Strategies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Regex-Based: levels 0–10+, saves 5%–85% of tokens while preserving structure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LLM-Based: intelligent summarization at brief/moderate/detailed levels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Cache Architecture (3-Tier)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In-Memory LRU — 84% hit rate, 1GB max, hot=30min / cold=1hr TTL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Disk Cache — 7-day TTL, lazy-write every 5 seconds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Original Content — always available as fallback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Hot Skill Protection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Top 100 most-accessed skills pre-warmed at startup with adaptive TTL management</a:t>
            </a:r>
          </a:p>
          <a:p>
            <a:pPr lvl="0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Token Savings &amp; Embedding Resilience (3-Tier)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Up to 65% reduction. At full scale: ~45% average saving across all loads</a:t>
            </a:r>
          </a:p>
          <a:p>
            <a:pPr lvl="1">
              <a:spcAft>
                <a:spcPts val="400"/>
              </a:spcAft>
              <a:defRPr sz="1400">
                <a:solidFill>
                  <a:srgbClr val="64748B"/>
                </a:solidFill>
                <a:latin typeface="Calibri"/>
              </a:defRPr>
            </a:pPr>
            <a:r>
              <a:t>  – OpenAI API → LLM emulation (64d) → Deterministic hash (always works)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669280"/>
            <a:ext cx="2286000" cy="6400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687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3B82F6"/>
                </a:solidFill>
                <a:latin typeface="Calibri"/>
              </a:defRPr>
              <a:lnSpc>
                <a:spcPct val="114999"/>
              </a:lnSpc>
            </a:pPr>
            <a:r>
              <a:t>84%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Hit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5669280"/>
            <a:ext cx="2286000" cy="6400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5687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3B82F6"/>
                </a:solidFill>
                <a:latin typeface="Calibri"/>
              </a:defRPr>
              <a:lnSpc>
                <a:spcPct val="114999"/>
              </a:lnSpc>
            </a:pPr>
            <a:r>
              <a:t>65%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Max Savings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5669280"/>
            <a:ext cx="2286000" cy="6400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687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3B82F6"/>
                </a:solidFill>
                <a:latin typeface="Calibri"/>
              </a:defRPr>
              <a:lnSpc>
                <a:spcPct val="114999"/>
              </a:lnSpc>
            </a:pPr>
            <a:r>
              <a:t>~45%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Avg Savings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98280" y="5669280"/>
            <a:ext cx="2286000" cy="64008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56875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 b="1">
                <a:solidFill>
                  <a:srgbClr val="3B82F6"/>
                </a:solidFill>
                <a:latin typeface="Calibri"/>
              </a:defRPr>
              <a:lnSpc>
                <a:spcPct val="114999"/>
              </a:lnSpc>
            </a:pPr>
            <a:r>
              <a:t>3-Tier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64748B"/>
                </a:solidFill>
                <a:latin typeface="Calibri"/>
              </a:defRPr>
              <a:lnSpc>
                <a:spcPct val="114999"/>
              </a:lnSpc>
            </a:pPr>
            <a:r>
              <a:t>Caching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30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API, Integration &amp; Getting Started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30352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99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Core Endpoints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92024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POST /route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Main routing endpoint — sends task, receives top skills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  <a:r>
                        <a:t>GET /skill/:name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Fetch raw skill content by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  <a:r>
                        <a:t>POST /skill/create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Auto-generate a new SPEC-compliant SKILL.md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  <a:r>
                        <a:t>POST /reload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Force immediate refresh of all skills from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  <a:r>
                        <a:t>GET /access-log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View routing history (last 100 requests)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  <a:r>
                        <a:t>GET /metrics</a:t>
                      </a:r>
                    </a:p>
                  </a:txBody>
                  <a:tcPr anchor="ctr"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Prometheus-style metrics and health data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B82F6"/>
                          </a:solidFill>
                          <a:latin typeface="Consolas"/>
                        </a:defRPr>
                      </a:pP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0" y="1371600"/>
            <a:ext cx="5029200" cy="411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99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Integration &amp;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846320" cy="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OpenCode Integration — exposes route_to_skill(task) MCP tool; auto-injects skill-router-api.md into every session</a:t>
            </a:r>
          </a:p>
          <a:p>
            <a:pPr lvl="0"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Quick Start — clone repo, run ./install-skill-router.sh, configure API keys interactively</a:t>
            </a:r>
          </a:p>
          <a:p>
            <a:pPr lvl="0"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Docker deployment — with systemd persistence, health checks, automatic recovery</a:t>
            </a:r>
          </a:p>
          <a:p>
            <a:pPr lvl="0">
              <a:spcAft>
                <a:spcPts val="800"/>
              </a:spcAft>
              <a:defRPr sz="1400">
                <a:solidFill>
                  <a:srgbClr val="1E293B"/>
                </a:solidFill>
                <a:latin typeface="Calibri"/>
              </a:defRPr>
            </a:pPr>
            <a:r>
              <a:t>• Observability — structured JSON logs, access history, compression metrics, latency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698480" cy="1463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Ready to route AI expertise?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93C5FD"/>
                </a:solidFill>
                <a:latin typeface="Calibri"/>
              </a:defRPr>
              <a:lnSpc>
                <a:spcPct val="114999"/>
              </a:lnSpc>
            </a:pPr>
            <a:r>
              <a:t>git clone agent-skill-router  →  ./install-skill-router.sh  →  route_to_skill("your task")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967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FFFFFF"/>
                </a:solidFill>
                <a:latin typeface="Calibri"/>
              </a:defRPr>
              <a:lnSpc>
                <a:spcPct val="114999"/>
              </a:lnSpc>
            </a:pPr>
            <a:r>
              <a:t>Agent Skill 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